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the Human Body Digests Dietary Protein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Nutrition and Physiology for Informed Lay Readers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Digestion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Proteins are amino acid polymers linked by peptide bonds</a:t>
            </a:r>
          </a:p>
          <a:p>
            <a:r>
              <a:t>Must be broken into absorbable units before entering blood</a:t>
            </a:r>
          </a:p>
          <a:p>
            <a:r>
              <a:t>About 90-95% of dietary protein is absorbed in the small intestine</a:t>
            </a:r>
          </a:p>
          <a:p>
            <a:r>
              <a:t>Digestion speed differs by protein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Stomach: Acid and Pepsin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HCl lowers gastric pH to about 1.5-2.0</a:t>
            </a:r>
          </a:p>
          <a:p>
            <a:r>
              <a:t>Pepsinogen converts to pepsin</a:t>
            </a:r>
          </a:p>
          <a:p>
            <a:r>
              <a:t>Pepsin cleaves bonds near aromatic amino acids</a:t>
            </a:r>
          </a:p>
          <a:p>
            <a:r>
              <a:t>Forms chyme: polypeptides ready for the duodenum</a:t>
            </a:r>
          </a:p>
          <a:p>
            <a:r>
              <a:t>Contributes roughly 10-20% of total proteolysis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Pancreas: The Protease Cascade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Pancreatic juice neutralizes acid with bicarbonate</a:t>
            </a:r>
          </a:p>
          <a:p>
            <a:r>
              <a:t>Zymogens: trypsinogen, chymotrypsinogen, proelastase</a:t>
            </a:r>
          </a:p>
          <a:p>
            <a:r>
              <a:t>Enterokinase activates trypsinogen to trypsin</a:t>
            </a:r>
          </a:p>
          <a:p>
            <a:r>
              <a:t>Trypsin activates other zymogens in a cascade</a:t>
            </a:r>
          </a:p>
          <a:p>
            <a:r>
              <a:t>Endopeptidases plus carboxypeptidases yield oligopeptides and free amino acids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Brush Border and Absorption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Aminopeptidases and DPP-IV on the microvillus membrane</a:t>
            </a:r>
          </a:p>
          <a:p>
            <a:r>
              <a:t>Free amino acids: multiple sodium-dependent transporters</a:t>
            </a:r>
          </a:p>
          <a:p>
            <a:r>
              <a:t>Dipeptides and tripeptides: PEPT1 transporter</a:t>
            </a:r>
          </a:p>
          <a:p>
            <a:r>
              <a:t>Primary absorption site: jejunum</a:t>
            </a:r>
          </a:p>
          <a:p>
            <a:r>
              <a:t>Portal vein carries amino acids to the liver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Whey vs Casein Digestion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Whey: soluble, fast gastric emptying</a:t>
            </a:r>
          </a:p>
          <a:p>
            <a:r>
              <a:t>Peak aminoacidemia in 1-2 hours</a:t>
            </a:r>
          </a:p>
          <a:p>
            <a:r>
              <a:t>High leucine and BCAA content</a:t>
            </a:r>
          </a:p>
          <a:p>
            <a:r>
              <a:t>Ideal for rapid post-exercise recovery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Casein: forms gastric curd</a:t>
            </a:r>
          </a:p>
          <a:p>
            <a:r>
              <a:t>Slow emptying, sustained release</a:t>
            </a:r>
          </a:p>
          <a:p>
            <a:r>
              <a:t>Elevated amino acids for 7-8 hours</a:t>
            </a:r>
          </a:p>
          <a:p>
            <a:r>
              <a:t>Useful overnight or between meals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Protein Digestion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Generally slower and more variable than dairy</a:t>
            </a:r>
          </a:p>
          <a:p>
            <a:r>
              <a:t>Food matrix, fiber, and antinutrients slow hydrolysis</a:t>
            </a:r>
          </a:p>
          <a:p>
            <a:r>
              <a:t>Soy trypsin inhibitors can reduce pancreatic activity</a:t>
            </a:r>
          </a:p>
          <a:p>
            <a:r>
              <a:t>Processing and blending improve digestibility</a:t>
            </a:r>
          </a:p>
          <a:p>
            <a:r>
              <a:t>Well-formulated blends can match whey when EAAs are equated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Digestion Pathway Mind Map</a:t>
            </a:r>
          </a:p>
        </p:txBody>
      </p:sp>
      <p:pic>
        <p:nvPicPr>
          <p:cNvPr id="3" name="Picture 2" descr="human-dietary-protein-digestion-mindma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741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Overview of the protein digestion pathway from ingestion to absorption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Digestion is a three-compartment process: stomach, pancreas, brush border</a:t>
            </a:r>
          </a:p>
          <a:p>
            <a:r>
              <a:t>Absorption kinetics differ: whey fast, casein slow, plant variable</a:t>
            </a:r>
          </a:p>
          <a:p>
            <a:r>
              <a:t>Total daily protein and essential amino acids matter most</a:t>
            </a:r>
          </a:p>
          <a:p>
            <a:r>
              <a:t>Educational content only — not personal medical advice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