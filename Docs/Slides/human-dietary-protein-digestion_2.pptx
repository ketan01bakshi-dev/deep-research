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the Human Body Digests Dietary Protein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ingestion to amino acid absorption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Proteins are amino acid chains linked by peptide bonds</a:t>
            </a:r>
          </a:p>
          <a:p>
            <a:r>
              <a:t>Must be broken into absorbable units in the GI tract</a:t>
            </a:r>
          </a:p>
          <a:p>
            <a:r>
              <a:t>About 90-95% absorbed in the small intestine</a:t>
            </a:r>
          </a:p>
          <a:p>
            <a:r>
              <a:t>Enzymes in stomach, pancreas, and brush border cooperate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Stomach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HCl lowers pH to about 1.5-2.0</a:t>
            </a:r>
          </a:p>
          <a:p>
            <a:r>
              <a:t>Pepsinogen converts to active pepsin</a:t>
            </a:r>
          </a:p>
          <a:p>
            <a:r>
              <a:t>Pepsin cleaves bonds near aromatic amino acids</a:t>
            </a:r>
          </a:p>
          <a:p>
            <a:r>
              <a:t>Produces polypeptides and chyme</a:t>
            </a:r>
          </a:p>
          <a:p>
            <a:r>
              <a:t>Roughly 10-20% of total proteolysis occurs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Pancreatic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Bicarbonate neutralizes gastric acid in duodenum</a:t>
            </a:r>
          </a:p>
          <a:p>
            <a:r>
              <a:t>Pancreatic zymogens activated by enterokinase</a:t>
            </a:r>
          </a:p>
          <a:p>
            <a:r>
              <a:t>Trypsin activates chymotrypsin and elastase</a:t>
            </a:r>
          </a:p>
          <a:p>
            <a:r>
              <a:t>Carboxypeptidases trim C-terminal amino acids</a:t>
            </a:r>
          </a:p>
          <a:p>
            <a:r>
              <a:t>Majority of luminal protein breakdown occurs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Brush Border and Absorption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Brush-border peptidases finalize hydrolysis</a:t>
            </a:r>
          </a:p>
          <a:p>
            <a:r>
              <a:t>Free amino acids use multiple transporters</a:t>
            </a:r>
          </a:p>
          <a:p>
            <a:r>
              <a:t>Dipeptides and tripeptides use PEPT1</a:t>
            </a:r>
          </a:p>
          <a:p>
            <a:r>
              <a:t>Jejunum is the primary absorption site</a:t>
            </a:r>
          </a:p>
          <a:p>
            <a:r>
              <a:t>Amino acids reach liver via portal vein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Whey vs Casein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Whey: soluble, fast gastric emptying</a:t>
            </a:r>
          </a:p>
          <a:p>
            <a:r>
              <a:t>Peak aminoacidemia in 1-2 hours</a:t>
            </a:r>
          </a:p>
          <a:p>
            <a:r>
              <a:t>High leucine and BCAA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Casein: forms gastric curd</a:t>
            </a:r>
          </a:p>
          <a:p>
            <a:r>
              <a:t>Slow release over 7-8 hours</a:t>
            </a:r>
          </a:p>
          <a:p>
            <a:r>
              <a:t>Sustained amino acid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Protein Digestion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Often slower and more variable than dairy</a:t>
            </a:r>
          </a:p>
          <a:p>
            <a:r>
              <a:t>Fiber and food matrix reduce enzyme access</a:t>
            </a:r>
          </a:p>
          <a:p>
            <a:r>
              <a:t>Antinutrients such as trypsin inhibitors in soy</a:t>
            </a:r>
          </a:p>
          <a:p>
            <a:r>
              <a:t>Processing and blending improve digestibility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Digestion Pathway Mind Map</a:t>
            </a:r>
          </a:p>
        </p:txBody>
      </p:sp>
      <p:pic>
        <p:nvPicPr>
          <p:cNvPr id="3" name="Picture 2" descr="human-dietary-protein-digestion-mindma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363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Staged pathway from stomach through absorption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Three-stage cascade: stomach, pancreas, brush border</a:t>
            </a:r>
          </a:p>
          <a:p>
            <a:r>
              <a:t>Whey fast, casein slow, plant variable</a:t>
            </a:r>
          </a:p>
          <a:p>
            <a:r>
              <a:t>Total essential amino acid intake remains primary</a:t>
            </a:r>
          </a:p>
          <a:p>
            <a:r>
              <a:t>Educational content only — not personal medical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